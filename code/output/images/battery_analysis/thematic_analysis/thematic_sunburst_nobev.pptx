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</p:sldIdLst>
  <p:sldSz cx="73152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79"/>
    <p:restoredTop sz="92437"/>
  </p:normalViewPr>
  <p:slideViewPr>
    <p:cSldViewPr snapToGrid="0">
      <p:cViewPr>
        <p:scale>
          <a:sx n="105" d="100"/>
          <a:sy n="105" d="100"/>
        </p:scale>
        <p:origin x="69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272011"/>
            <a:ext cx="6217920" cy="2705947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082310"/>
            <a:ext cx="5486400" cy="1876530"/>
          </a:xfrm>
        </p:spPr>
        <p:txBody>
          <a:bodyPr/>
          <a:lstStyle>
            <a:lvl1pPr marL="0" indent="0" algn="ctr">
              <a:buNone/>
              <a:defRPr sz="1920"/>
            </a:lvl1pPr>
            <a:lvl2pPr marL="365760" indent="0" algn="ctr">
              <a:buNone/>
              <a:defRPr sz="1600"/>
            </a:lvl2pPr>
            <a:lvl3pPr marL="731520" indent="0" algn="ctr">
              <a:buNone/>
              <a:defRPr sz="1440"/>
            </a:lvl3pPr>
            <a:lvl4pPr marL="1097280" indent="0" algn="ctr">
              <a:buNone/>
              <a:defRPr sz="1280"/>
            </a:lvl4pPr>
            <a:lvl5pPr marL="1463040" indent="0" algn="ctr">
              <a:buNone/>
              <a:defRPr sz="1280"/>
            </a:lvl5pPr>
            <a:lvl6pPr marL="1828800" indent="0" algn="ctr">
              <a:buNone/>
              <a:defRPr sz="1280"/>
            </a:lvl6pPr>
            <a:lvl7pPr marL="2194560" indent="0" algn="ctr">
              <a:buNone/>
              <a:defRPr sz="1280"/>
            </a:lvl7pPr>
            <a:lvl8pPr marL="2560320" indent="0" algn="ctr">
              <a:buNone/>
              <a:defRPr sz="1280"/>
            </a:lvl8pPr>
            <a:lvl9pPr marL="2926080" indent="0" algn="ctr">
              <a:buNone/>
              <a:defRPr sz="12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2BBC7-D438-8A45-803C-88FA714C7CE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07B04-D771-6B43-B537-B83562775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701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2BBC7-D438-8A45-803C-88FA714C7CE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07B04-D771-6B43-B537-B83562775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551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110" y="1937705"/>
            <a:ext cx="6309360" cy="3233102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9110" y="5201393"/>
            <a:ext cx="6309360" cy="1700212"/>
          </a:xfrm>
        </p:spPr>
        <p:txBody>
          <a:bodyPr/>
          <a:lstStyle>
            <a:lvl1pPr marL="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1pPr>
            <a:lvl2pPr marL="36576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2pPr>
            <a:lvl3pPr marL="73152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3pPr>
            <a:lvl4pPr marL="109728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4pPr>
            <a:lvl5pPr marL="146304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5pPr>
            <a:lvl6pPr marL="182880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6pPr>
            <a:lvl7pPr marL="219456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7pPr>
            <a:lvl8pPr marL="256032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8pPr>
            <a:lvl9pPr marL="292608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2BBC7-D438-8A45-803C-88FA714C7CE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07B04-D771-6B43-B537-B83562775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73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2920" y="2069042"/>
            <a:ext cx="310896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03320" y="2069042"/>
            <a:ext cx="310896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2BBC7-D438-8A45-803C-88FA714C7CE4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07B04-D771-6B43-B537-B83562775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071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413810"/>
            <a:ext cx="630936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874" y="1905318"/>
            <a:ext cx="3094672" cy="933767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874" y="2839085"/>
            <a:ext cx="3094672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03320" y="1905318"/>
            <a:ext cx="3109913" cy="933767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03320" y="2839085"/>
            <a:ext cx="3109913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2BBC7-D438-8A45-803C-88FA714C7CE4}" type="datetimeFigureOut">
              <a:rPr lang="en-US" smtClean="0"/>
              <a:t>7/1/26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07B04-D771-6B43-B537-B83562775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591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2BBC7-D438-8A45-803C-88FA714C7CE4}" type="datetimeFigureOut">
              <a:rPr lang="en-US" smtClean="0"/>
              <a:t>7/1/26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07B04-D771-6B43-B537-B83562775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006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2BBC7-D438-8A45-803C-88FA714C7CE4}" type="datetimeFigureOut">
              <a:rPr lang="en-US" smtClean="0"/>
              <a:t>7/1/26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07B04-D771-6B43-B537-B83562775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641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518160"/>
            <a:ext cx="2359342" cy="181356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9913" y="1119083"/>
            <a:ext cx="3703320" cy="5523442"/>
          </a:xfrm>
        </p:spPr>
        <p:txBody>
          <a:bodyPr/>
          <a:lstStyle>
            <a:lvl1pPr>
              <a:defRPr sz="2560"/>
            </a:lvl1pPr>
            <a:lvl2pPr>
              <a:defRPr sz="2240"/>
            </a:lvl2pPr>
            <a:lvl3pPr>
              <a:defRPr sz="192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3" y="2331720"/>
            <a:ext cx="2359342" cy="4319800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2BBC7-D438-8A45-803C-88FA714C7CE4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07B04-D771-6B43-B537-B83562775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564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518160"/>
            <a:ext cx="2359342" cy="181356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09913" y="1119083"/>
            <a:ext cx="3703320" cy="5523442"/>
          </a:xfrm>
        </p:spPr>
        <p:txBody>
          <a:bodyPr anchor="t"/>
          <a:lstStyle>
            <a:lvl1pPr marL="0" indent="0">
              <a:buNone/>
              <a:defRPr sz="2560"/>
            </a:lvl1pPr>
            <a:lvl2pPr marL="365760" indent="0">
              <a:buNone/>
              <a:defRPr sz="2240"/>
            </a:lvl2pPr>
            <a:lvl3pPr marL="731520" indent="0">
              <a:buNone/>
              <a:defRPr sz="1920"/>
            </a:lvl3pPr>
            <a:lvl4pPr marL="1097280" indent="0">
              <a:buNone/>
              <a:defRPr sz="1600"/>
            </a:lvl4pPr>
            <a:lvl5pPr marL="1463040" indent="0">
              <a:buNone/>
              <a:defRPr sz="1600"/>
            </a:lvl5pPr>
            <a:lvl6pPr marL="1828800" indent="0">
              <a:buNone/>
              <a:defRPr sz="1600"/>
            </a:lvl6pPr>
            <a:lvl7pPr marL="2194560" indent="0">
              <a:buNone/>
              <a:defRPr sz="1600"/>
            </a:lvl7pPr>
            <a:lvl8pPr marL="2560320" indent="0">
              <a:buNone/>
              <a:defRPr sz="1600"/>
            </a:lvl8pPr>
            <a:lvl9pPr marL="292608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3" y="2331720"/>
            <a:ext cx="2359342" cy="4319800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2BBC7-D438-8A45-803C-88FA714C7CE4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07B04-D771-6B43-B537-B83562775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963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2BBC7-D438-8A45-803C-88FA714C7CE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07B04-D771-6B43-B537-B83562775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858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34940" y="413808"/>
            <a:ext cx="1577340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413808"/>
            <a:ext cx="4640580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2BBC7-D438-8A45-803C-88FA714C7CE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07B04-D771-6B43-B537-B83562775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754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2920" y="413810"/>
            <a:ext cx="630936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2920" y="2069042"/>
            <a:ext cx="630936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2920" y="7203865"/>
            <a:ext cx="164592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22BBC7-D438-8A45-803C-88FA714C7CE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23160" y="7203865"/>
            <a:ext cx="246888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66360" y="7203865"/>
            <a:ext cx="164592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E07B04-D771-6B43-B537-B83562775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73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31520" rtl="0" eaLnBrk="1" latinLnBrk="0" hangingPunct="1">
        <a:lnSpc>
          <a:spcPct val="90000"/>
        </a:lnSpc>
        <a:spcBef>
          <a:spcPct val="0"/>
        </a:spcBef>
        <a:buNone/>
        <a:defRPr sz="35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73152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24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5603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29260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B97004-786E-CB6F-E6EB-3A7696A74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2746" y="80548"/>
            <a:ext cx="7772400" cy="7772400"/>
          </a:xfrm>
          <a:prstGeom prst="rect">
            <a:avLst/>
          </a:prstGeom>
          <a:ln>
            <a:noFill/>
            <a:prstDash val="dash"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1383FE7-E246-5B8F-2A2F-793AE1CED559}"/>
              </a:ext>
            </a:extLst>
          </p:cNvPr>
          <p:cNvSpPr txBox="1"/>
          <p:nvPr/>
        </p:nvSpPr>
        <p:spPr>
          <a:xfrm rot="1508188">
            <a:off x="1674917" y="6831849"/>
            <a:ext cx="4609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n=1</a:t>
            </a: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D068393E-2ED0-DDFD-F171-F833A390F51C}"/>
              </a:ext>
            </a:extLst>
          </p:cNvPr>
          <p:cNvSpPr/>
          <p:nvPr/>
        </p:nvSpPr>
        <p:spPr>
          <a:xfrm rot="9997158">
            <a:off x="1772984" y="6460242"/>
            <a:ext cx="456842" cy="432337"/>
          </a:xfrm>
          <a:prstGeom prst="arc">
            <a:avLst>
              <a:gd name="adj1" fmla="val 15759201"/>
              <a:gd name="adj2" fmla="val 233237"/>
            </a:avLst>
          </a:prstGeom>
          <a:ln w="12700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45B317-0DE1-CB6C-7922-B94ACCB0821D}"/>
              </a:ext>
            </a:extLst>
          </p:cNvPr>
          <p:cNvSpPr txBox="1"/>
          <p:nvPr/>
        </p:nvSpPr>
        <p:spPr>
          <a:xfrm rot="21022528">
            <a:off x="3935084" y="7094294"/>
            <a:ext cx="4609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n=3</a:t>
            </a:r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7A2C6C55-6BEC-1D38-2C9E-73A233CF8EA9}"/>
              </a:ext>
            </a:extLst>
          </p:cNvPr>
          <p:cNvSpPr/>
          <p:nvPr/>
        </p:nvSpPr>
        <p:spPr>
          <a:xfrm rot="10026353">
            <a:off x="3385566" y="6925586"/>
            <a:ext cx="1214201" cy="250818"/>
          </a:xfrm>
          <a:prstGeom prst="arc">
            <a:avLst>
              <a:gd name="adj1" fmla="val 10814351"/>
              <a:gd name="adj2" fmla="val 50505"/>
            </a:avLst>
          </a:prstGeom>
          <a:ln w="12700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86177D4C-1DA5-7D81-C7F3-57DBA5895B79}"/>
              </a:ext>
            </a:extLst>
          </p:cNvPr>
          <p:cNvSpPr/>
          <p:nvPr/>
        </p:nvSpPr>
        <p:spPr>
          <a:xfrm rot="7398095">
            <a:off x="5437116" y="5686132"/>
            <a:ext cx="944424" cy="263673"/>
          </a:xfrm>
          <a:prstGeom prst="arc">
            <a:avLst>
              <a:gd name="adj1" fmla="val 10814351"/>
              <a:gd name="adj2" fmla="val 50505"/>
            </a:avLst>
          </a:prstGeom>
          <a:ln w="12700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01C4E0-FA91-C38A-FE74-5F0943904FA1}"/>
              </a:ext>
            </a:extLst>
          </p:cNvPr>
          <p:cNvSpPr txBox="1"/>
          <p:nvPr/>
        </p:nvSpPr>
        <p:spPr>
          <a:xfrm rot="18417241">
            <a:off x="5891258" y="5772711"/>
            <a:ext cx="4609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n=1</a:t>
            </a: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176E086-FAF8-E526-74C0-2F7B3D12D55F}"/>
              </a:ext>
            </a:extLst>
          </p:cNvPr>
          <p:cNvSpPr/>
          <p:nvPr/>
        </p:nvSpPr>
        <p:spPr>
          <a:xfrm>
            <a:off x="336783" y="4699756"/>
            <a:ext cx="5985656" cy="2819369"/>
          </a:xfrm>
          <a:custGeom>
            <a:avLst/>
            <a:gdLst>
              <a:gd name="csX0" fmla="*/ 5887643 w 5985656"/>
              <a:gd name="csY0" fmla="*/ 631596 h 2819369"/>
              <a:gd name="csX1" fmla="*/ 5878216 w 5985656"/>
              <a:gd name="csY1" fmla="*/ 1376313 h 2819369"/>
              <a:gd name="csX2" fmla="*/ 4794134 w 5985656"/>
              <a:gd name="csY2" fmla="*/ 2460396 h 2819369"/>
              <a:gd name="csX3" fmla="*/ 3530942 w 5985656"/>
              <a:gd name="csY3" fmla="*/ 2809188 h 2819369"/>
              <a:gd name="csX4" fmla="*/ 1984946 w 5985656"/>
              <a:gd name="csY4" fmla="*/ 2667786 h 2819369"/>
              <a:gd name="csX5" fmla="*/ 806595 w 5985656"/>
              <a:gd name="csY5" fmla="*/ 2083324 h 2819369"/>
              <a:gd name="csX6" fmla="*/ 5317 w 5985656"/>
              <a:gd name="csY6" fmla="*/ 933254 h 2819369"/>
              <a:gd name="csX7" fmla="*/ 1193094 w 5985656"/>
              <a:gd name="csY7" fmla="*/ 0 h 2819369"/>
              <a:gd name="csX8" fmla="*/ 1193094 w 5985656"/>
              <a:gd name="csY8" fmla="*/ 0 h 28193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985656" h="2819369">
                <a:moveTo>
                  <a:pt x="5887643" y="631596"/>
                </a:moveTo>
                <a:cubicBezTo>
                  <a:pt x="5974055" y="851554"/>
                  <a:pt x="6060467" y="1071513"/>
                  <a:pt x="5878216" y="1376313"/>
                </a:cubicBezTo>
                <a:cubicBezTo>
                  <a:pt x="5695965" y="1681113"/>
                  <a:pt x="5185346" y="2221584"/>
                  <a:pt x="4794134" y="2460396"/>
                </a:cubicBezTo>
                <a:cubicBezTo>
                  <a:pt x="4402922" y="2699209"/>
                  <a:pt x="3999140" y="2774623"/>
                  <a:pt x="3530942" y="2809188"/>
                </a:cubicBezTo>
                <a:cubicBezTo>
                  <a:pt x="3062744" y="2843753"/>
                  <a:pt x="2439004" y="2788763"/>
                  <a:pt x="1984946" y="2667786"/>
                </a:cubicBezTo>
                <a:cubicBezTo>
                  <a:pt x="1530888" y="2546809"/>
                  <a:pt x="1136533" y="2372413"/>
                  <a:pt x="806595" y="2083324"/>
                </a:cubicBezTo>
                <a:cubicBezTo>
                  <a:pt x="476657" y="1794235"/>
                  <a:pt x="-59100" y="1280475"/>
                  <a:pt x="5317" y="933254"/>
                </a:cubicBezTo>
                <a:cubicBezTo>
                  <a:pt x="69733" y="586033"/>
                  <a:pt x="1193094" y="0"/>
                  <a:pt x="1193094" y="0"/>
                </a:cubicBezTo>
                <a:lnTo>
                  <a:pt x="1193094" y="0"/>
                </a:lnTo>
              </a:path>
            </a:pathLst>
          </a:custGeom>
          <a:noFill/>
          <a:ln w="127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EC6175-D2FA-778D-2DB6-CEACC65BB28C}"/>
              </a:ext>
            </a:extLst>
          </p:cNvPr>
          <p:cNvSpPr txBox="1"/>
          <p:nvPr/>
        </p:nvSpPr>
        <p:spPr>
          <a:xfrm rot="572291">
            <a:off x="2626835" y="7304367"/>
            <a:ext cx="4609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n=6</a:t>
            </a: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0C17545C-39F5-F38B-8540-695EA7FAB54F}"/>
              </a:ext>
            </a:extLst>
          </p:cNvPr>
          <p:cNvSpPr/>
          <p:nvPr/>
        </p:nvSpPr>
        <p:spPr>
          <a:xfrm rot="1527726">
            <a:off x="4082179" y="984053"/>
            <a:ext cx="1283881" cy="340316"/>
          </a:xfrm>
          <a:prstGeom prst="arc">
            <a:avLst>
              <a:gd name="adj1" fmla="val 10814351"/>
              <a:gd name="adj2" fmla="val 50505"/>
            </a:avLst>
          </a:prstGeom>
          <a:ln w="12700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2EC22E-449B-A012-766E-8AB0F814962E}"/>
              </a:ext>
            </a:extLst>
          </p:cNvPr>
          <p:cNvSpPr txBox="1"/>
          <p:nvPr/>
        </p:nvSpPr>
        <p:spPr>
          <a:xfrm rot="1486687">
            <a:off x="4683507" y="867843"/>
            <a:ext cx="4609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n=7</a:t>
            </a:r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DBED3BFD-6EC0-D25B-0CD0-D39379373189}"/>
              </a:ext>
            </a:extLst>
          </p:cNvPr>
          <p:cNvSpPr/>
          <p:nvPr/>
        </p:nvSpPr>
        <p:spPr>
          <a:xfrm rot="3076667">
            <a:off x="5102525" y="1781807"/>
            <a:ext cx="1283881" cy="340316"/>
          </a:xfrm>
          <a:prstGeom prst="arc">
            <a:avLst>
              <a:gd name="adj1" fmla="val 10814351"/>
              <a:gd name="adj2" fmla="val 50505"/>
            </a:avLst>
          </a:prstGeom>
          <a:ln w="12700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9E5F2-CF94-28D0-00D9-80484F33C118}"/>
              </a:ext>
            </a:extLst>
          </p:cNvPr>
          <p:cNvSpPr txBox="1"/>
          <p:nvPr/>
        </p:nvSpPr>
        <p:spPr>
          <a:xfrm rot="3035628">
            <a:off x="5703853" y="1665597"/>
            <a:ext cx="4609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n=11</a:t>
            </a: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DDC0C078-4093-F21F-6652-996B3C0D4B98}"/>
              </a:ext>
            </a:extLst>
          </p:cNvPr>
          <p:cNvSpPr/>
          <p:nvPr/>
        </p:nvSpPr>
        <p:spPr>
          <a:xfrm rot="2282121">
            <a:off x="3683430" y="1057000"/>
            <a:ext cx="2851552" cy="1354816"/>
          </a:xfrm>
          <a:prstGeom prst="arc">
            <a:avLst>
              <a:gd name="adj1" fmla="val 10814351"/>
              <a:gd name="adj2" fmla="val 50505"/>
            </a:avLst>
          </a:prstGeom>
          <a:ln w="12700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641675-82CD-68B4-5B40-F7A965661A6D}"/>
              </a:ext>
            </a:extLst>
          </p:cNvPr>
          <p:cNvSpPr txBox="1"/>
          <p:nvPr/>
        </p:nvSpPr>
        <p:spPr>
          <a:xfrm rot="2334813">
            <a:off x="5522031" y="1178464"/>
            <a:ext cx="4609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n=8</a:t>
            </a:r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F66C1F7F-1717-DD7A-0864-711C60B31490}"/>
              </a:ext>
            </a:extLst>
          </p:cNvPr>
          <p:cNvSpPr/>
          <p:nvPr/>
        </p:nvSpPr>
        <p:spPr>
          <a:xfrm rot="2786893">
            <a:off x="3159408" y="920384"/>
            <a:ext cx="3956847" cy="2626270"/>
          </a:xfrm>
          <a:prstGeom prst="arc">
            <a:avLst>
              <a:gd name="adj1" fmla="val 10814351"/>
              <a:gd name="adj2" fmla="val 50505"/>
            </a:avLst>
          </a:prstGeom>
          <a:ln w="12700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C16796-BC45-1A92-0DE2-C2E21F3312D9}"/>
              </a:ext>
            </a:extLst>
          </p:cNvPr>
          <p:cNvSpPr txBox="1"/>
          <p:nvPr/>
        </p:nvSpPr>
        <p:spPr>
          <a:xfrm rot="2334813">
            <a:off x="5952745" y="1119419"/>
            <a:ext cx="4609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n=7</a:t>
            </a:r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7F27FF15-1B31-05F7-D71A-5CEE30BC5926}"/>
              </a:ext>
            </a:extLst>
          </p:cNvPr>
          <p:cNvSpPr/>
          <p:nvPr/>
        </p:nvSpPr>
        <p:spPr>
          <a:xfrm>
            <a:off x="3651920" y="299357"/>
            <a:ext cx="3602118" cy="5007547"/>
          </a:xfrm>
          <a:custGeom>
            <a:avLst/>
            <a:gdLst>
              <a:gd name="csX0" fmla="*/ 0 w 3619562"/>
              <a:gd name="csY0" fmla="*/ 506393 h 5007547"/>
              <a:gd name="csX1" fmla="*/ 542925 w 3619562"/>
              <a:gd name="csY1" fmla="*/ 49193 h 5007547"/>
              <a:gd name="csX2" fmla="*/ 1685925 w 3619562"/>
              <a:gd name="csY2" fmla="*/ 120630 h 5007547"/>
              <a:gd name="csX3" fmla="*/ 2986087 w 3619562"/>
              <a:gd name="csY3" fmla="*/ 1006455 h 5007547"/>
              <a:gd name="csX4" fmla="*/ 3614737 w 3619562"/>
              <a:gd name="csY4" fmla="*/ 2735243 h 5007547"/>
              <a:gd name="csX5" fmla="*/ 3243262 w 3619562"/>
              <a:gd name="csY5" fmla="*/ 4349730 h 5007547"/>
              <a:gd name="csX6" fmla="*/ 2643187 w 3619562"/>
              <a:gd name="csY6" fmla="*/ 4949805 h 5007547"/>
              <a:gd name="csX7" fmla="*/ 2628900 w 3619562"/>
              <a:gd name="csY7" fmla="*/ 4949805 h 50075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619562" h="5007547">
                <a:moveTo>
                  <a:pt x="0" y="506393"/>
                </a:moveTo>
                <a:cubicBezTo>
                  <a:pt x="130969" y="309940"/>
                  <a:pt x="261938" y="113487"/>
                  <a:pt x="542925" y="49193"/>
                </a:cubicBezTo>
                <a:cubicBezTo>
                  <a:pt x="823913" y="-15101"/>
                  <a:pt x="1278731" y="-38914"/>
                  <a:pt x="1685925" y="120630"/>
                </a:cubicBezTo>
                <a:cubicBezTo>
                  <a:pt x="2093119" y="280174"/>
                  <a:pt x="2664618" y="570686"/>
                  <a:pt x="2986087" y="1006455"/>
                </a:cubicBezTo>
                <a:cubicBezTo>
                  <a:pt x="3307556" y="1442224"/>
                  <a:pt x="3571875" y="2178031"/>
                  <a:pt x="3614737" y="2735243"/>
                </a:cubicBezTo>
                <a:cubicBezTo>
                  <a:pt x="3657599" y="3292455"/>
                  <a:pt x="3405187" y="3980636"/>
                  <a:pt x="3243262" y="4349730"/>
                </a:cubicBezTo>
                <a:cubicBezTo>
                  <a:pt x="3081337" y="4718824"/>
                  <a:pt x="2643187" y="4949805"/>
                  <a:pt x="2643187" y="4949805"/>
                </a:cubicBezTo>
                <a:cubicBezTo>
                  <a:pt x="2540793" y="5049818"/>
                  <a:pt x="2584846" y="4999811"/>
                  <a:pt x="2628900" y="4949805"/>
                </a:cubicBezTo>
              </a:path>
            </a:pathLst>
          </a:custGeom>
          <a:noFill/>
          <a:ln w="127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2999377-6F86-64AC-3857-40602B63CB63}"/>
              </a:ext>
            </a:extLst>
          </p:cNvPr>
          <p:cNvSpPr txBox="1"/>
          <p:nvPr/>
        </p:nvSpPr>
        <p:spPr>
          <a:xfrm rot="3418337">
            <a:off x="6962960" y="2096197"/>
            <a:ext cx="4609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n=7</a:t>
            </a:r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BDE68D3B-8D46-536F-11FB-06F1D4885576}"/>
              </a:ext>
            </a:extLst>
          </p:cNvPr>
          <p:cNvSpPr/>
          <p:nvPr/>
        </p:nvSpPr>
        <p:spPr>
          <a:xfrm>
            <a:off x="2097874" y="10744"/>
            <a:ext cx="4854443" cy="2847643"/>
          </a:xfrm>
          <a:custGeom>
            <a:avLst/>
            <a:gdLst>
              <a:gd name="csX0" fmla="*/ 11188 w 4854443"/>
              <a:gd name="csY0" fmla="*/ 1055419 h 2847643"/>
              <a:gd name="csX1" fmla="*/ 401332 w 4854443"/>
              <a:gd name="csY1" fmla="*/ 128827 h 2847643"/>
              <a:gd name="csX2" fmla="*/ 2644660 w 4854443"/>
              <a:gd name="csY2" fmla="*/ 80059 h 2847643"/>
              <a:gd name="csX3" fmla="*/ 4388116 w 4854443"/>
              <a:gd name="csY3" fmla="*/ 811579 h 2847643"/>
              <a:gd name="csX4" fmla="*/ 4851412 w 4854443"/>
              <a:gd name="csY4" fmla="*/ 2128315 h 2847643"/>
              <a:gd name="csX5" fmla="*/ 4241812 w 4854443"/>
              <a:gd name="csY5" fmla="*/ 2847643 h 28476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4854443" h="2847643">
                <a:moveTo>
                  <a:pt x="11188" y="1055419"/>
                </a:moveTo>
                <a:cubicBezTo>
                  <a:pt x="-13196" y="673403"/>
                  <a:pt x="-37580" y="291387"/>
                  <a:pt x="401332" y="128827"/>
                </a:cubicBezTo>
                <a:cubicBezTo>
                  <a:pt x="840244" y="-33733"/>
                  <a:pt x="1980196" y="-33733"/>
                  <a:pt x="2644660" y="80059"/>
                </a:cubicBezTo>
                <a:cubicBezTo>
                  <a:pt x="3309124" y="193851"/>
                  <a:pt x="4020324" y="470203"/>
                  <a:pt x="4388116" y="811579"/>
                </a:cubicBezTo>
                <a:cubicBezTo>
                  <a:pt x="4755908" y="1152955"/>
                  <a:pt x="4875796" y="1788971"/>
                  <a:pt x="4851412" y="2128315"/>
                </a:cubicBezTo>
                <a:cubicBezTo>
                  <a:pt x="4827028" y="2467659"/>
                  <a:pt x="4534420" y="2657651"/>
                  <a:pt x="4241812" y="2847643"/>
                </a:cubicBezTo>
              </a:path>
            </a:pathLst>
          </a:custGeom>
          <a:noFill/>
          <a:ln w="127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DCF0CDD-135E-5CDE-26A9-06F2BE8EB4E7}"/>
              </a:ext>
            </a:extLst>
          </p:cNvPr>
          <p:cNvSpPr txBox="1"/>
          <p:nvPr/>
        </p:nvSpPr>
        <p:spPr>
          <a:xfrm>
            <a:off x="3163956" y="-4987"/>
            <a:ext cx="4609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n=8</a:t>
            </a:r>
          </a:p>
        </p:txBody>
      </p:sp>
    </p:spTree>
    <p:extLst>
      <p:ext uri="{BB962C8B-B14F-4D97-AF65-F5344CB8AC3E}">
        <p14:creationId xmlns:p14="http://schemas.microsoft.com/office/powerpoint/2010/main" val="3211600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B2CEA7C-ED0C-702F-651D-1B7D21595D01}"/>
              </a:ext>
            </a:extLst>
          </p:cNvPr>
          <p:cNvSpPr/>
          <p:nvPr/>
        </p:nvSpPr>
        <p:spPr>
          <a:xfrm>
            <a:off x="585216" y="938784"/>
            <a:ext cx="1121664" cy="9022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Range anxiety</a:t>
            </a:r>
          </a:p>
        </p:txBody>
      </p:sp>
    </p:spTree>
    <p:extLst>
      <p:ext uri="{BB962C8B-B14F-4D97-AF65-F5344CB8AC3E}">
        <p14:creationId xmlns:p14="http://schemas.microsoft.com/office/powerpoint/2010/main" val="2121205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1579</TotalTime>
  <Words>32</Words>
  <Application>Microsoft Macintosh PowerPoint</Application>
  <PresentationFormat>Custom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Iogansen, Xiatian (Assoc)</dc:creator>
  <cp:lastModifiedBy>Iogansen, Xiatian (Assoc)</cp:lastModifiedBy>
  <cp:revision>4</cp:revision>
  <dcterms:created xsi:type="dcterms:W3CDTF">2026-07-01T17:52:43Z</dcterms:created>
  <dcterms:modified xsi:type="dcterms:W3CDTF">2026-07-02T20:12:14Z</dcterms:modified>
</cp:coreProperties>
</file>