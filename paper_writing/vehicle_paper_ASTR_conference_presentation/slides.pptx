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15-minute talk. Introduce yourself briefly, then move fast — this deck has ~14
slides for ~15 minutes, so keep the motivation slides short and save time for
the results (slides 7-10), which are the core of the talk.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this as: everyone studies new EV adoption, almost nobody studies the
used side, even though it's the bigger market and has its own distinct
barriers (condition uncertainty, battery health uncertainty).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literally the two subsection headers in the Analysis section (Q1,
Q2) — keep the framing identical to the paper so the audience can map talk
structure to any handout.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the image: this is literally what a respondent saw. Walk through one
row to show the attribute list. Mention respondents picked their own
budget and a vehicle image (car or SUV style) before the DCE tasks, which is
what drove the 4-way stratification.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slide light on math — the audience wants the *why*, not the
likelihood function. The key sentence to say out loud: "estimating directly
in dollar terms lets us read willingness-to-pay off the model with no extra
post-processing."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main results figure. Walk it top to bottom for one panel (say
CAR) before comparing to SUV. Key points to hit verbally:
- HEV: real premium for high-budget buyers (~$4,200 car / ~$2,300 SUV),
  no premium for low-budget buyers
- BEV: penalty everywhere, but shrinks sharply as range rises
- Only high-budget car buyers at 300-mile range get statistically
  indistinguishable-from-zero BEV penalty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"≈ parity" cell (car, high-budget, 300mi) is the one combination where
the confidence interval spans zero — i.e. not statistically different from
a conventional vehicle. Emphasize that this is the ONLY such combination, and
that added range is the single most effective lever for closing the BEV
valuation gap, especially for higher-budget car buyers.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Don't over-narrate every number — the table is there to point at. The
takeaway sentence: "the BEV gap is narrowest, and closest to parity, among
higher-budget car buyers buying longer-range vehicles."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dashed 50% line = choice parity. Two HEV pairings sit above it
across the ENTIRE age range already. No BEV pairing gets close at any 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good place to pause and let the finding land — it's the most
counter-intuitive result in the paper (many would expect BEV share to climb
with age due to steep depreciation).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is dense; pick 2 of the 4 bullets to actually speak to in detail
depending on audience (policy audience → credit design bullets; industry
audience → HEV/battery-health bullets).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"if they remember one slide" slide. Say the four bullets slowly.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slide, ~30 seconds. Don't dwell — just show you've thought about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 this up during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Consumer Preferences in the Used Vehicle Market</dc:title>
  <dc:subject>PptxGenJS Presentation</dc:subject>
  <dc:creator>Created by Marp</dc:creator>
  <cp:lastModifiedBy>Created by Marp</cp:lastModifiedBy>
  <cp:revision>1</cp:revision>
  <dcterms:created xsi:type="dcterms:W3CDTF">2026-09-15T03:08:15Z</dcterms:created>
  <dcterms:modified xsi:type="dcterms:W3CDTF">2026-09-15T03:08:15Z</dcterms:modified>
</cp:coreProperties>
</file>